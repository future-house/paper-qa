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8288000" cy="10287000"/>
  <p:notesSz cx="6858000" cy="9144000"/>
  <p:embeddedFontLst>
    <p:embeddedFont>
      <p:font typeface="Source Han Sans JP Bold" charset="1" panose="020B0800000000000000"/>
      <p:regular r:id="rId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62893" y="4274503"/>
            <a:ext cx="17362215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Source Han Sans JP Bold"/>
                <a:ea typeface="Source Han Sans JP Bold"/>
                <a:cs typeface="Source Han Sans JP Bold"/>
                <a:sym typeface="Source Han Sans JP Bold"/>
              </a:rPr>
              <a:t>Paperqa is helphul RAGsystem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DAG3guMxjT4</dc:identifier>
  <dcterms:modified xsi:type="dcterms:W3CDTF">2011-08-01T06:04:30Z</dcterms:modified>
  <cp:revision>1</cp:revision>
  <dc:title>dummy</dc:title>
</cp:coreProperties>
</file>